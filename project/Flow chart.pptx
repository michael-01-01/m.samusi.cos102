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AABDF-9515-4B1D-9DAF-0F03AC817F2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1919F-CD36-4E09-8AAC-5883A54D7B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581400" y="22860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3657600" y="609600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lowchart: Data 5"/>
          <p:cNvSpPr/>
          <p:nvPr/>
        </p:nvSpPr>
        <p:spPr>
          <a:xfrm>
            <a:off x="3200400" y="1524000"/>
            <a:ext cx="22860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ata 6"/>
          <p:cNvSpPr/>
          <p:nvPr/>
        </p:nvSpPr>
        <p:spPr>
          <a:xfrm>
            <a:off x="3276600" y="5181600"/>
            <a:ext cx="22860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00400" y="2438400"/>
            <a:ext cx="2362200" cy="914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810000" y="38100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START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52800" y="26670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A = P + PRT/100.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0" y="1447800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INPUT VALUES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0" y="3886200"/>
            <a:ext cx="2362200" cy="838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200400" y="4114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S.I = A-P.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400" y="5257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PRINT S.I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05200" y="62484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        END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4191000" y="1066800"/>
            <a:ext cx="3048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4267200" y="21336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4267200" y="3429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4267200" y="48006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4267200" y="57150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/>
          <p:cNvSpPr/>
          <p:nvPr/>
        </p:nvSpPr>
        <p:spPr>
          <a:xfrm>
            <a:off x="3581400" y="22860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3657600" y="609600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lowchart: Data 20"/>
          <p:cNvSpPr/>
          <p:nvPr/>
        </p:nvSpPr>
        <p:spPr>
          <a:xfrm>
            <a:off x="3200400" y="1524000"/>
            <a:ext cx="22860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Data 21"/>
          <p:cNvSpPr/>
          <p:nvPr/>
        </p:nvSpPr>
        <p:spPr>
          <a:xfrm>
            <a:off x="3276600" y="5181600"/>
            <a:ext cx="22860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00400" y="2438400"/>
            <a:ext cx="2362200" cy="914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810000" y="38100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START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4200" y="2667000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A = P(1 + R/N)^NT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10000" y="1447800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INPUT VALUES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3886200"/>
            <a:ext cx="2362200" cy="8382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200400" y="4114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C.I = A-P.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0" y="5257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PRINT C.I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05200" y="62484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        END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4191000" y="1066800"/>
            <a:ext cx="3048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4267200" y="21336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/>
          <p:cNvSpPr/>
          <p:nvPr/>
        </p:nvSpPr>
        <p:spPr>
          <a:xfrm>
            <a:off x="4267200" y="3429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>
            <a:off x="4267200" y="48006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4267200" y="57150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0400" y="5257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PRINT C.I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505200" y="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657600" y="6096000"/>
            <a:ext cx="1447800" cy="762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lowchart: Data 21"/>
          <p:cNvSpPr/>
          <p:nvPr/>
        </p:nvSpPr>
        <p:spPr>
          <a:xfrm>
            <a:off x="2438400" y="1219200"/>
            <a:ext cx="35814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Data 22"/>
          <p:cNvSpPr/>
          <p:nvPr/>
        </p:nvSpPr>
        <p:spPr>
          <a:xfrm>
            <a:off x="2895600" y="5181600"/>
            <a:ext cx="3276600" cy="533400"/>
          </a:xfrm>
          <a:prstGeom prst="flowChartInputOutpu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124200" y="2057400"/>
            <a:ext cx="25146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657600" y="228600"/>
            <a:ext cx="114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START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3800" y="1143000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INPUT VALUES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124200" y="3200400"/>
            <a:ext cx="25146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200400" y="41148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76600" y="5105400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PRINT </a:t>
            </a:r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ANNUITY PLAN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05200" y="62484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Bell MT" pitchFamily="18" charset="0"/>
              </a:rPr>
              <a:t>        END</a:t>
            </a:r>
            <a:endParaRPr lang="en-US" sz="2000" b="1" dirty="0">
              <a:latin typeface="Bell MT" pitchFamily="18" charset="0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4114800" y="762000"/>
            <a:ext cx="3048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4191000" y="17526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own Arrow 32"/>
          <p:cNvSpPr/>
          <p:nvPr/>
        </p:nvSpPr>
        <p:spPr>
          <a:xfrm>
            <a:off x="4267200" y="37338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>
            <a:off x="4267200" y="48006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4267200" y="5715000"/>
            <a:ext cx="2286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124200" y="4191000"/>
            <a:ext cx="25146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4191000" y="27432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200400" y="2133600"/>
            <a:ext cx="25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X = (1 + R/N)^NT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76600" y="32766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      Y= R/N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71800" y="4267200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Bell MT" pitchFamily="18" charset="0"/>
              </a:rPr>
              <a:t>  A = PMT*(X – 1)/Y</a:t>
            </a:r>
            <a:endParaRPr lang="en-US" sz="2000" b="1" dirty="0">
              <a:solidFill>
                <a:schemeClr val="bg1"/>
              </a:solidFill>
              <a:latin typeface="Bell MT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74</Words>
  <Application>Microsoft Office PowerPoint</Application>
  <PresentationFormat>On-screen Show 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7</cp:revision>
  <dcterms:created xsi:type="dcterms:W3CDTF">2026-03-06T12:31:58Z</dcterms:created>
  <dcterms:modified xsi:type="dcterms:W3CDTF">2026-03-06T14:17:21Z</dcterms:modified>
</cp:coreProperties>
</file>